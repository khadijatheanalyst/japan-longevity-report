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</c:v>
                </c:pt>
              </c:strCache>
            </c:strRef>
          </c:tx>
          <c:spPr>
            <a:solidFill>
              <a:srgbClr val="B112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A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Japan</c:v>
                  </c:pt>
                  <c:pt idx="1">
                    <c:v>S. Korea</c:v>
                  </c:pt>
                  <c:pt idx="2">
                    <c:v>Spain</c:v>
                  </c:pt>
                  <c:pt idx="3">
                    <c:v>Italy</c:v>
                  </c:pt>
                  <c:pt idx="4">
                    <c:v>France</c:v>
                  </c:pt>
                  <c:pt idx="5">
                    <c:v>UK</c:v>
                  </c:pt>
                  <c:pt idx="6">
                    <c:v>Germany</c:v>
                  </c:pt>
                  <c:pt idx="7">
                    <c:v>USA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84.8</c:v>
                </c:pt>
                <c:pt idx="1">
                  <c:v>84.3</c:v>
                </c:pt>
                <c:pt idx="2">
                  <c:v>83.9</c:v>
                </c:pt>
                <c:pt idx="3">
                  <c:v>83.7</c:v>
                </c:pt>
                <c:pt idx="4">
                  <c:v>83.3</c:v>
                </c:pt>
                <c:pt idx="5">
                  <c:v>81.8</c:v>
                </c:pt>
                <c:pt idx="6">
                  <c:v>81.5</c:v>
                </c:pt>
                <c:pt idx="7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A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"/>
          <c:min val="75"/>
        </c:scaling>
        <c:delete val="0"/>
        <c:axPos val="b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3840480" cy="384048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1828800"/>
            <a:ext cx="2926080" cy="2926080"/>
          </a:xfrm>
          <a:prstGeom prst="ellipse">
            <a:avLst/>
          </a:prstGeom>
          <a:solidFill>
            <a:srgbClr val="7A0C19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LONGEVITY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Japan Leads the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in Longevity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diet, healthcare, and lifestyle behind the planet's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lives — and how Japan compares to the world.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Khadija Hussain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by the Numbers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figures (2025). Japanese women have ranked #1 in the world for 40 consecutive years.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004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A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670048" cy="109728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84.8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life expectancy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44348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among large nations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737360"/>
            <a:ext cx="267004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A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737360"/>
            <a:ext cx="2670048" cy="109728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228600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87.1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355848" y="33375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3794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93008" y="44348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worldwide, 40 years running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1737360"/>
            <a:ext cx="267004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A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737360"/>
            <a:ext cx="2670048" cy="109728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28600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81.1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163056" y="33375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3794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0216" y="44348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~6th globally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70264" y="1737360"/>
            <a:ext cx="267004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A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70264" y="1737360"/>
            <a:ext cx="2670048" cy="109728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24" name="Text 22"/>
          <p:cNvSpPr/>
          <p:nvPr/>
        </p:nvSpPr>
        <p:spPr>
          <a:xfrm>
            <a:off x="8970264" y="228600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4.3%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8970264" y="3794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obesity rate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07424" y="44348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30–40% in the West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Japan Ministry of Health, Labour &amp; Welfare; THIS IS JAPAN; MERXWIRE (2025)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vs. the World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life expectancy at birth, 2025 (years). Japan outlives the U.S. by roughly five years.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98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291840" cy="4389120"/>
          </a:xfrm>
          <a:prstGeom prst="rect">
            <a:avLst/>
          </a:prstGeom>
          <a:solidFill>
            <a:srgbClr val="FBF6F0"/>
          </a:solidFill>
          <a:ln w="12700">
            <a:solidFill>
              <a:srgbClr val="E3DAC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spending paradox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49640" y="2514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spends far more on healthcare per person than Japan — yet Japanese people live about </a:t>
            </a:r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longer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4964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achieves top-tier longevity at a fraction of the cost — pointing to prevention and lifestyle, not just medical spending.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Visual Capitalist; Worldometer (2025)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Reasons Japan Lives Longer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secret — longevity comes from how these factors reinforce one another.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358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Fish, soy, vegetables, rice and green tea; little red meat or sugar.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Healthcare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30358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 equal-access care with a focus on screening and prevention.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66760" y="26060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Daily Life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0358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Walking, cycling and commuting on foot keep people moving for life.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51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Portion Culture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5276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“Hara hachi bu” — eating to 80% full curbs overeating naturally.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406908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251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&amp; Purpose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5276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communities, family ties and a sense of purpose (ikigai).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Traditional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Japanese Diet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"Washoku" — built on fish, soy, rice, seaweed and vegetables, low in red meat and added sugar.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1024128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914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 fish &amp; omega-3s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09160" y="1371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far lower rates of heart disease.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304288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94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and fermented foods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09160" y="2651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Tofu, miso and natto support gut and heart health.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3584448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tea, not soda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39319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Antioxidant-rich and largely sugar-free.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4864608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47548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obesity (4.3%)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09160" y="52120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lowest of any developed nation.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European Journal of Clinical Nutrition (Nature, 2020); Montreal Heart Institute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&amp; Everyday Activity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663440"/>
          </a:xfrm>
          <a:prstGeom prst="rect">
            <a:avLst/>
          </a:prstGeom>
          <a:solidFill>
            <a:srgbClr val="FBF6F0"/>
          </a:solidFill>
          <a:ln w="12700">
            <a:solidFill>
              <a:srgbClr val="E3DA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94960" cy="109728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Universal Healthcare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coverage since 1961 keeps care affordable for everyone.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85876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screenings catch disease early, before it turns fatal.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754880"/>
            <a:ext cx="146304" cy="14630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"Metabo Law"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504748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screen waistlines and promote healthy habits at scale.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5394960" cy="46634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371600"/>
            <a:ext cx="539496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An Active Daily Life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37960" y="2377440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movement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26700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and cycling to transit, work and school is the norm.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566160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car dependence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85876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walkable cities make daily steps unavoidable.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4754880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activity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504748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stay physically and socially engaged for decades.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Okinawa Lesson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Japan's southern islands are a "Blue Zone" — one of the world's great clusters of centenarians.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187452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Hara hachi bu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cultural habit of eating only until 80% full, naturally limiting calories.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28800"/>
            <a:ext cx="109728" cy="187452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03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Plant-rich plates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potato, vegetables and soy historically dominated; very little salt.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77640"/>
            <a:ext cx="109728" cy="187452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Ikigai — a reason to wake up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sense of purpose is tied to lower stress and longer life.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977640"/>
            <a:ext cx="109728" cy="187452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51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Moai — lifelong community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4892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social circles provide support and belonging into old age.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Okinawa Centenarian Study (since 1975); World Economic Forum (2021)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Balanced 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Japan's success is real — but the picture is changing, and some factors cut both ways.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solidFill>
            <a:srgbClr val="FBF6F0"/>
          </a:solidFill>
          <a:ln w="12700">
            <a:solidFill>
              <a:srgbClr val="E3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Diets are westernizing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0" y="193852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generations eat more meat and fast food; obesity is slowly rising.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914400"/>
          </a:xfrm>
          <a:prstGeom prst="rect">
            <a:avLst/>
          </a:prstGeom>
          <a:solidFill>
            <a:srgbClr val="FBF6F0"/>
          </a:solidFill>
          <a:ln w="12700">
            <a:solidFill>
              <a:srgbClr val="E3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99008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salt intake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299008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Japanese food is salty, contributing to high rates of stroke historically.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14400"/>
          </a:xfrm>
          <a:prstGeom prst="rect">
            <a:avLst/>
          </a:prstGeom>
          <a:solidFill>
            <a:srgbClr val="FBF6F0"/>
          </a:solidFill>
          <a:ln w="12700">
            <a:solidFill>
              <a:srgbClr val="E3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0416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aging society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404164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longevity brings real strain on pensions, care and the workforce.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solidFill>
            <a:srgbClr val="FBF6F0"/>
          </a:solidFill>
          <a:ln w="12700">
            <a:solidFill>
              <a:srgbClr val="E3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166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11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5093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genetics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0" y="509320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of migrants show lifestyle and environment matter more than genes.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&amp; Global Longevity  •  June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B11226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leads the world in life expectancy (84.8 yrs; women 87.1) — and has for decades.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11480" cy="41148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is a system, not a secret: diet, prevention, activity and community compound.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411480" cy="41148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achieved at lower healthcare cost than the U.S. — prevention beats spending.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411480" cy="41148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outweighs genetics; the habits are, in principle, learnable anywhere.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2960" y="5440680"/>
            <a:ext cx="411480" cy="41148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faces new pressures: westernizing diets and a rapidly aging population.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Japan MHLW; Nature / EJCN; WEF; Okinawa Centenarian Study; Visual Capitalist (2020–2025)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Japan Leads the World in Longevity</dc:title>
  <dc:subject>PptxGenJS Presentation</dc:subject>
  <dc:creator>Khadija Hussain</dc:creator>
  <cp:lastModifiedBy>Khadija Hussain</cp:lastModifiedBy>
  <cp:revision>1</cp:revision>
  <dcterms:created xsi:type="dcterms:W3CDTF">2026-06-03T09:28:02Z</dcterms:created>
  <dcterms:modified xsi:type="dcterms:W3CDTF">2026-06-03T09:28:02Z</dcterms:modified>
</cp:coreProperties>
</file>